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14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97258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9748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12048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9101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811919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8338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911226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670022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83351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397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602998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42917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40433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109978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861711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452508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37904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F50748F-5E1D-416C-9B02-D49294A60F45}" type="datetimeFigureOut">
              <a:rPr lang="en-150" smtClean="0"/>
              <a:t>04/03/2026</a:t>
            </a:fld>
            <a:endParaRPr lang="en-15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15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9C6DEE9-75F5-44B1-8347-71BC662EA9A6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06057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EC29-9419-6881-AEE4-4CC5A965CD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Planiranje</a:t>
            </a:r>
            <a:r>
              <a:rPr lang="en-US" dirty="0"/>
              <a:t> </a:t>
            </a:r>
            <a:r>
              <a:rPr lang="en-US" dirty="0" err="1"/>
              <a:t>putanje</a:t>
            </a:r>
            <a:r>
              <a:rPr lang="en-US" dirty="0"/>
              <a:t> </a:t>
            </a:r>
            <a:r>
              <a:rPr lang="en-US" dirty="0" err="1"/>
              <a:t>robota</a:t>
            </a:r>
            <a:r>
              <a:rPr lang="en-US" dirty="0"/>
              <a:t> kori</a:t>
            </a:r>
            <a:r>
              <a:rPr lang="sr-Latn-RS" dirty="0"/>
              <a:t>šćenjem algoritma optimizacije kolonije mrava</a:t>
            </a:r>
            <a:endParaRPr lang="en-15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AA89-F240-3D00-92ED-1DE75ADCCC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Jovan Milanović 405</a:t>
            </a:r>
            <a:r>
              <a:rPr lang="en-US" dirty="0"/>
              <a:t>/2021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60487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29235-6204-BCA4-9719-7A9986D0D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0057"/>
            <a:ext cx="10353762" cy="3701143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Cilj</a:t>
            </a:r>
            <a:r>
              <a:rPr lang="en-US" sz="2800" dirty="0"/>
              <a:t>: </a:t>
            </a:r>
            <a:r>
              <a:rPr lang="en-US" sz="2800" dirty="0" err="1"/>
              <a:t>Prona</a:t>
            </a:r>
            <a:r>
              <a:rPr lang="sr-Latn-RS" sz="2800" dirty="0"/>
              <a:t>ći najkraću putanju od tačke A do tačke B</a:t>
            </a:r>
          </a:p>
          <a:p>
            <a:r>
              <a:rPr lang="sr-Latn-RS" sz="2800" b="1" dirty="0"/>
              <a:t>Okruženje</a:t>
            </a:r>
            <a:r>
              <a:rPr lang="sr-Latn-RS" sz="2800" dirty="0"/>
              <a:t>: 2D mreža sa preprekama</a:t>
            </a:r>
          </a:p>
          <a:p>
            <a:r>
              <a:rPr lang="sr-Latn-RS" sz="2800" b="1" dirty="0"/>
              <a:t>Izazov</a:t>
            </a:r>
            <a:r>
              <a:rPr lang="sr-Latn-RS" sz="2800" dirty="0"/>
              <a:t>: Izbeći prepreke i minimizovati dužinu puta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7A21E1-3418-02AB-CD01-EFEDC6395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sr-Latn-RS" dirty="0"/>
              <a:t>Uvod i definicija problema</a:t>
            </a:r>
            <a:endParaRPr lang="en-150" dirty="0"/>
          </a:p>
        </p:txBody>
      </p:sp>
    </p:spTree>
    <p:extLst>
      <p:ext uri="{BB962C8B-B14F-4D97-AF65-F5344CB8AC3E}">
        <p14:creationId xmlns:p14="http://schemas.microsoft.com/office/powerpoint/2010/main" val="16133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DFC0-ACEA-FF24-6250-97F8D928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Šta je ACO(Ant Colony Optimization)?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B522B-357B-6168-5266-EB1475A16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2800" dirty="0"/>
              <a:t>Inspirisan ponašanjem mrava u priodi</a:t>
            </a:r>
          </a:p>
          <a:p>
            <a:r>
              <a:rPr lang="sr-Latn-RS" sz="2800" b="1" dirty="0"/>
              <a:t>Feromoni: </a:t>
            </a:r>
            <a:r>
              <a:rPr lang="sr-Latn-RS" sz="2800" dirty="0"/>
              <a:t>Hemijski trag koji mravi ostavljaju</a:t>
            </a:r>
          </a:p>
          <a:p>
            <a:r>
              <a:rPr lang="sr-Latn-RS" sz="2800" b="1" dirty="0"/>
              <a:t>Logika:</a:t>
            </a:r>
          </a:p>
          <a:p>
            <a:pPr lvl="1"/>
            <a:r>
              <a:rPr lang="sr-Latn-RS" sz="2800" dirty="0"/>
              <a:t>Kraći put</a:t>
            </a:r>
            <a:r>
              <a:rPr lang="sr-Cyrl-RS" sz="2800" dirty="0"/>
              <a:t> = </a:t>
            </a:r>
            <a:r>
              <a:rPr lang="sr-Latn-RS" sz="2800" dirty="0"/>
              <a:t>brži povratak = više feromona</a:t>
            </a:r>
          </a:p>
          <a:p>
            <a:pPr lvl="1"/>
            <a:r>
              <a:rPr lang="sr-Latn-RS" sz="2800" dirty="0"/>
              <a:t>Više feromona = veća verovatnoća da drugi mravi prođu tuda</a:t>
            </a:r>
          </a:p>
          <a:p>
            <a:r>
              <a:rPr lang="sr-Latn-RS" sz="2800" b="1" dirty="0"/>
              <a:t>Isparivanje</a:t>
            </a:r>
            <a:r>
              <a:rPr lang="sr-Latn-RS" sz="2800" dirty="0"/>
              <a:t>: sprečava zaglavnljivanje mrava u lošim rešenjima</a:t>
            </a:r>
          </a:p>
        </p:txBody>
      </p:sp>
      <p:pic>
        <p:nvPicPr>
          <p:cNvPr id="2052" name="Picture 4" descr="Spooky Pest Facts - Army ants can trap themselves into a deadly game of  follow the leader known as the &quot;death spiral.&quot; 🐜💀 | Western Fumigation |  Facebook">
            <a:extLst>
              <a:ext uri="{FF2B5EF4-FFF2-40B4-BE49-F238E27FC236}">
                <a16:creationId xmlns:a16="http://schemas.microsoft.com/office/drawing/2014/main" id="{B6D6B47C-0038-D709-C1E5-8C45EE478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450" y="1580050"/>
            <a:ext cx="3640882" cy="2038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811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2AEA3-01EA-EF21-0E4A-00874BA22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sr-Latn-RS" dirty="0"/>
              <a:t>šenje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0B6BD-98CD-4AAA-33A1-AC5D70BBD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sr-Latn-RS" sz="2800" dirty="0"/>
              <a:t>Jezik: C++</a:t>
            </a:r>
          </a:p>
          <a:p>
            <a:r>
              <a:rPr lang="sr-Latn-RS" sz="2800" dirty="0"/>
              <a:t>Model: Mapa zadata nizom </a:t>
            </a:r>
            <a:br>
              <a:rPr lang="sr-Latn-RS" sz="2800" dirty="0"/>
            </a:br>
            <a:r>
              <a:rPr lang="sr-Latn-RS" sz="2800" dirty="0"/>
              <a:t>stringova, pretvorena u graf</a:t>
            </a:r>
            <a:endParaRPr lang="en-150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12C8F8-D76D-4934-4549-2D0F90208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4457" y="3723320"/>
            <a:ext cx="1327589" cy="2220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48341E-EE36-C2E8-DFFB-A6B5AC93E0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698" y="1732449"/>
            <a:ext cx="3976238" cy="4353981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9B2474AC-DEFE-1A25-6DF3-8B5C89DBB51F}"/>
              </a:ext>
            </a:extLst>
          </p:cNvPr>
          <p:cNvSpPr/>
          <p:nvPr/>
        </p:nvSpPr>
        <p:spPr>
          <a:xfrm>
            <a:off x="4571999" y="4210595"/>
            <a:ext cx="2185851" cy="8969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18916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D18CA-CDE4-B6D2-8ABD-87EBEBA5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Rešenje</a:t>
            </a:r>
            <a:endParaRPr lang="en-15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2832A-F569-57C5-A4D6-F0C5724E1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sr-Latn-RS" sz="2800" dirty="0"/>
              <a:t>Proces (svake iteracije):</a:t>
            </a:r>
          </a:p>
          <a:p>
            <a:pPr marL="792900" lvl="1" indent="-342900">
              <a:buFont typeface="+mj-lt"/>
              <a:buAutoNum type="arabicPeriod"/>
            </a:pPr>
            <a:r>
              <a:rPr lang="sr-Latn-RS" sz="2800" dirty="0"/>
              <a:t>Generisanje mrava na početnom polju</a:t>
            </a:r>
          </a:p>
          <a:p>
            <a:pPr marL="792900" lvl="1" indent="-342900">
              <a:buFont typeface="+mj-lt"/>
              <a:buAutoNum type="arabicPeriod"/>
            </a:pPr>
            <a:r>
              <a:rPr lang="sr-Latn-RS" sz="2800" dirty="0"/>
              <a:t>Kretanje ka cilju (biranje sledećeg polja na osnovu feromona i udaljenosti čvora)</a:t>
            </a:r>
          </a:p>
          <a:p>
            <a:pPr marL="792900" lvl="1" indent="-342900">
              <a:buFont typeface="+mj-lt"/>
              <a:buAutoNum type="arabicPeriod"/>
            </a:pPr>
            <a:r>
              <a:rPr lang="sr-Latn-RS" sz="2800" dirty="0"/>
              <a:t>Ažuriranje feromona (evaporacija i ostavljanje feromona na uspešnim putanjama)</a:t>
            </a:r>
          </a:p>
          <a:p>
            <a:pPr marL="415800" indent="-342900"/>
            <a:r>
              <a:rPr lang="sr-Latn-RS" sz="2800" dirty="0"/>
              <a:t>Rezultat svake iteracije je u najgorem slučaju isti kao rezultat prethodne iteracije</a:t>
            </a:r>
          </a:p>
          <a:p>
            <a:pPr marL="415800" indent="-342900"/>
            <a:r>
              <a:rPr lang="sr-Latn-RS" sz="2800" dirty="0"/>
              <a:t>Konačni rezultat teži najoptimalnijem rešenju</a:t>
            </a:r>
          </a:p>
        </p:txBody>
      </p:sp>
    </p:spTree>
    <p:extLst>
      <p:ext uri="{BB962C8B-B14F-4D97-AF65-F5344CB8AC3E}">
        <p14:creationId xmlns:p14="http://schemas.microsoft.com/office/powerpoint/2010/main" val="3856743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F0A0-AF46-88A3-C673-60CDD0D75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Eksperimentalni rezultati</a:t>
            </a:r>
            <a:endParaRPr lang="en-15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6D4EDC-A1D7-C4F1-69BC-2F2BFE5A4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4915" y="2097255"/>
            <a:ext cx="6967462" cy="300101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51393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39</TotalTime>
  <Words>163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Wingdings 2</vt:lpstr>
      <vt:lpstr>Slate</vt:lpstr>
      <vt:lpstr>Planiranje putanje robota korišćenjem algoritma optimizacije kolonije mrava</vt:lpstr>
      <vt:lpstr>Uvod i definicija problema</vt:lpstr>
      <vt:lpstr>Šta je ACO(Ant Colony Optimization)?</vt:lpstr>
      <vt:lpstr>Rešenje</vt:lpstr>
      <vt:lpstr>Rešenje</vt:lpstr>
      <vt:lpstr>Eksperimentalni rezultati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Milanović</dc:creator>
  <cp:lastModifiedBy>Jovan Milanović</cp:lastModifiedBy>
  <cp:revision>2</cp:revision>
  <dcterms:created xsi:type="dcterms:W3CDTF">2026-03-04T20:40:23Z</dcterms:created>
  <dcterms:modified xsi:type="dcterms:W3CDTF">2026-03-04T21:20:03Z</dcterms:modified>
</cp:coreProperties>
</file>